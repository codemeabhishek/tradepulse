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29260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365760"/>
            <a:ext cx="11606479" cy="658368"/>
          </a:xfrm>
          <a:prstGeom prst="rect">
            <a:avLst/>
          </a:prstGeom>
          <a:solidFill>
            <a:srgbClr val="F4F7FA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B1F33"/>
                </a:solidFill>
                <a:latin typeface="Arial"/>
              </a:rPr>
              <a:t>Pitch 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TradePulse  ·  Track 1 — Agentic AI  ·  Bank / GIFT trade officers review documents faster &amp; safer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Stage: □ Idea   ■ Prototype   □ MVP   □ Pilot     |    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115568"/>
            <a:ext cx="28803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B1F33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Who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Head of Trade Finance Ops at a GIFT City IBU / bank desk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Today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PDFs reviewed by hand. Look-alike names treated as confirmed. Missing papers waved through.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Pain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Hours per file · weak audit trail · volume rising, headcount cannot keep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64408" y="1115568"/>
            <a:ext cx="5662879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1F33"/>
                </a:solidFill>
                <a:latin typeface="Arial"/>
              </a:rPr>
              <a:t>2. Solution — how TradePulse works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Review desk for officers — we prepare the file; humans still decide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70935" y="1892808"/>
            <a:ext cx="1170432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B1F33"/>
                </a:solidFill>
                <a:latin typeface="Arial"/>
              </a:rPr>
              <a:t>Papers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Invoice + shipping docs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59655" y="2226564"/>
            <a:ext cx="219456" cy="201168"/>
          </a:xfrm>
          <a:prstGeom prst="rightArrow">
            <a:avLst/>
          </a:prstGeom>
          <a:solidFill>
            <a:srgbClr val="E963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97399" y="1892808"/>
            <a:ext cx="1170432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B1F33"/>
                </a:solidFill>
                <a:latin typeface="Arial"/>
              </a:rPr>
              <a:t>Read &amp; check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Pull facts, double-check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86119" y="2226564"/>
            <a:ext cx="219456" cy="201168"/>
          </a:xfrm>
          <a:prstGeom prst="rightArrow">
            <a:avLst/>
          </a:prstGeom>
          <a:solidFill>
            <a:srgbClr val="E963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3863" y="1892808"/>
            <a:ext cx="1170432" cy="868680"/>
          </a:xfrm>
          <a:prstGeom prst="rect">
            <a:avLst/>
          </a:prstGeom>
          <a:solidFill>
            <a:srgbClr val="F4F7FA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B1F33"/>
                </a:solidFill>
                <a:latin typeface="Arial"/>
              </a:rPr>
              <a:t>Flag gaps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Conflicts stay visible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412583" y="2226564"/>
            <a:ext cx="219456" cy="201168"/>
          </a:xfrm>
          <a:prstGeom prst="rightArrow">
            <a:avLst/>
          </a:prstGeom>
          <a:solidFill>
            <a:srgbClr val="E963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50327" y="1892808"/>
            <a:ext cx="1170432" cy="868680"/>
          </a:xfrm>
          <a:prstGeom prst="rect">
            <a:avLst/>
          </a:prstGeom>
          <a:solidFill>
            <a:srgbClr val="E9631D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Officer decides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>Maker → Checker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4136" y="2962656"/>
            <a:ext cx="176570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D4E89"/>
                </a:solidFill>
                <a:latin typeface="Arial"/>
              </a:rPr>
              <a:t>No auto-approve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Arial"/>
              </a:rPr>
              <a:t>Officers stay in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994" y="2962656"/>
            <a:ext cx="176570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D4E89"/>
                </a:solidFill>
                <a:latin typeface="Arial"/>
              </a:rPr>
              <a:t>No fake “all clear”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Arial"/>
              </a:rPr>
              <a:t>Missing data stays missing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51852" y="2962656"/>
            <a:ext cx="176570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D4E89"/>
                </a:solidFill>
                <a:latin typeface="Arial"/>
              </a:rPr>
              <a:t>Audit-ready pack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Arial"/>
              </a:rPr>
              <a:t>Download &amp; hand 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727" y="1115568"/>
            <a:ext cx="28803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B1F33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Buyer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Head of Trade Finance Ops — GIFT IBU / bank trade desk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Insight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Banks review paperwork — not the physical container. A look-alike name is not proof.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9631D"/>
                </a:solidFill>
                <a:latin typeface="Arial"/>
              </a:rPr>
              <a:t>Evidence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Live demo on AWS (Mumbai) — open a case, see mismatches, download the handoff pack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3995928"/>
            <a:ext cx="3807866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F33"/>
                </a:solidFill>
                <a:latin typeface="Arial"/>
              </a:rPr>
              <a:t>4. Regulatory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IFSCA / GIFT + bank trade ops (RBI)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We never say “AI approved / cleared / sanctioned”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Officers stay in the loop — always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1914" y="3995928"/>
            <a:ext cx="3807866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B1F33"/>
                </a:solidFill>
                <a:latin typeface="Arial"/>
              </a:rPr>
              <a:t>5. Team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Abhishek — platform   ·   Ansh — product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Atharva — UI   ·   Shivansh —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Arial"/>
              </a:rPr>
              <a:t>Win: live clickable demo for officers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1220" y="3995928"/>
            <a:ext cx="3807866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E96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E9631D"/>
                </a:solidFill>
                <a:latin typeface="Arial"/>
              </a:rPr>
              <a:t>Why GIFT IFIH?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Desk intros + mentors + path to a supervised bank pilot for GIFT trade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6537960"/>
            <a:ext cx="11606479" cy="2560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Guide for content — structure &amp; design are yours. Prefer evidence &amp; metrics.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