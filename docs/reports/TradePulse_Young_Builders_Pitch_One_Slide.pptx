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51615" cy="347472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75488"/>
            <a:ext cx="1155161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Pitch Snapshot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 Name: TradePulse  |  Track: Track 1 — Agentic AI  |  Focus: Helping bank / GIFT trade officers review trade documents faster and safer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Stage: □ Idea   ■ Prototype   □ MVP   □ Pilot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Who: Trade officers at banks and GIFT City IBUs — first buyer is Head of Trade Finance Ops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Today: Staff still grind through invoice + shipping PDFs by hand; weak name matches get treated as “confirmed”; missing papers get waved through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Pain: Hours per file; risky audit trail; queues explode as cross-border / IFSC volume grows — ops cannot scale with more headcount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7154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2.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Building: TradePulse — a review desk that prepares the case file; humans still decide (we do not auto-approve)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Value: Pulls facts from documents, double-checks them, flags conflicts, and hands officers a clear pack for maker → checker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Different / why now: We refuse fake “all clear” when data is missing; GIFT trade desks need faster review without cutting corners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Innovation: Built-in honesty rules — every gap stays visible; every finding keeps its source for audit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094268" y="1545336"/>
            <a:ext cx="3777386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Buyer locked: Head of Trade Finance Ops at a GIFT City IBU / bank trade desk (formal interview log expands after the hackathon)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What we heard: Banks review the paperwork — they do not “see inside the container”; name similarity is not proof of who someone 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Evidence: Working live demo on AWS (Mumbai); officers can open a case, see mismatches, and download a handoff pack — demo data clearly labelled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3986784"/>
            <a:ext cx="572094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4. Regulatory Requirements (Domestic/IFSC)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Focus: IFSCA / GIFT City trade desks; bank trade ops under RBI; company ID checks via official LEI records where available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Risks we refuse: Saying “AI approved / cleared / sanctioned”; treating a similar name as the same person; hiding missing data as a pass — officers stay in the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0711" y="3986784"/>
            <a:ext cx="5720943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5. Team-Market Fit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Roles: Abhishek — platform; Ansh — product desk; Atharva — UI; Shivansh — quality gate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Why us: Clear owners; we stop when rules conflict instead of inventing answers mid-demo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Biggest win: Live cloud demo officers can click today — review desk, sample cases, downloadable handoff pack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5513832"/>
            <a:ext cx="11551615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Why GIFT IFIH?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000000"/>
                </a:solidFill>
                <a:latin typeface="Arial"/>
              </a:rPr>
              <a:t>• Join Young Builders for: intro to GIFT trade desks, mentors in ops + compliance, and a path from this prototype to a supervised bank pilot — for Head of Trade Finance Ops at a GIFT City IBU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510528"/>
            <a:ext cx="11551615" cy="292608"/>
          </a:xfrm>
          <a:prstGeom prst="rect">
            <a:avLst/>
          </a:prstGeom>
          <a:noFill/>
        </p:spPr>
        <p:txBody>
          <a:bodyPr wrap="square" lIns="73152" rIns="73152" tIns="54864" bIns="54864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This is a guide for the content of your slide. Structure, formatting, and design are left to your discretion. Use evidence &amp; metrics wherever possible.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