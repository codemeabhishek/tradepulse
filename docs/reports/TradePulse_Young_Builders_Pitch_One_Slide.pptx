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51615" cy="347472"/>
          </a:xfrm>
          <a:prstGeom prst="rect">
            <a:avLst/>
          </a:prstGeom>
          <a:noFill/>
        </p:spPr>
        <p:txBody>
          <a:bodyPr wrap="square" lIns="73152" rIns="73152" anchor="t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Young Builders Program Hackathon | Pitch Template (One Slide)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475488"/>
            <a:ext cx="1155161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000000"/>
                </a:solidFill>
                <a:latin typeface="Arial"/>
              </a:rPr>
              <a:t>Pitch Snapshot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Team: TradePulse  |  Track 1 — Agentic AI  |  Focus: Faster, safer trade-document review for bank / GIFT officers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Stage: □ Idea   ■ Prototype   □ MVP   □ Pilot     • Commitment: □ Full-time   ■ Part-time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453896"/>
            <a:ext cx="3777386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00000"/>
                </a:solidFill>
                <a:latin typeface="Arial"/>
              </a:rPr>
              <a:t>1. Problem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Who: Trade officers at banks &amp; GIFT City IBUs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Buyer: Head of Trade Finance Ops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Today: Hand-checking invoice + shipping PDFs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Trap: Look-alike names treated as “confirmed”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Pain: Hours per file · weak audit trail · rising volume</a:t>
            </a:r>
          </a:p>
        </p:txBody>
      </p:sp>
      <p:sp>
        <p:nvSpPr>
          <p:cNvPr id="5" name="Rectangle 4"/>
          <p:cNvSpPr/>
          <p:nvPr/>
        </p:nvSpPr>
        <p:spPr>
          <a:xfrm>
            <a:off x="4207154" y="1453896"/>
            <a:ext cx="3777386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000000"/>
                </a:solidFill>
                <a:latin typeface="Arial"/>
              </a:rPr>
              <a:t>2. Solution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TradePulse = review desk (not auto-approve)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Missing data never becomes a fake “all clear”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6882" y="2414016"/>
            <a:ext cx="738606" cy="53035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800" b="1" i="0">
                <a:solidFill>
                  <a:srgbClr val="0B1F33"/>
                </a:solidFill>
                <a:latin typeface="Arial"/>
              </a:rPr>
              <a:t>Docs in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055488" y="2606040"/>
            <a:ext cx="201168" cy="146304"/>
          </a:xfrm>
          <a:prstGeom prst="rightArrow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256656" y="2414016"/>
            <a:ext cx="738606" cy="53035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800" b="1" i="0">
                <a:solidFill>
                  <a:srgbClr val="0B1F33"/>
                </a:solidFill>
                <a:latin typeface="Arial"/>
              </a:rPr>
              <a:t>Double-
check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95263" y="2606040"/>
            <a:ext cx="201168" cy="146304"/>
          </a:xfrm>
          <a:prstGeom prst="rightArrow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96431" y="2414016"/>
            <a:ext cx="738606" cy="53035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800" b="1" i="0">
                <a:solidFill>
                  <a:srgbClr val="0B1F33"/>
                </a:solidFill>
                <a:latin typeface="Arial"/>
              </a:rPr>
              <a:t>Flag
gaps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935038" y="2606040"/>
            <a:ext cx="201168" cy="146304"/>
          </a:xfrm>
          <a:prstGeom prst="rightArrow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36206" y="2414016"/>
            <a:ext cx="738606" cy="53035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800" b="1" i="0">
                <a:solidFill>
                  <a:srgbClr val="0B1F33"/>
                </a:solidFill>
                <a:latin typeface="Arial"/>
              </a:rPr>
              <a:t>Officer
decides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6882" y="2999232"/>
            <a:ext cx="3557930" cy="320040"/>
          </a:xfrm>
          <a:prstGeom prst="rect">
            <a:avLst/>
          </a:prstGeom>
          <a:noFill/>
        </p:spPr>
        <p:txBody>
          <a:bodyPr wrap="square" lIns="73152" rIns="73152" anchor="t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750" b="0" i="1">
                <a:solidFill>
                  <a:srgbClr val="C45C26"/>
                </a:solidFill>
                <a:latin typeface="Arial"/>
              </a:rPr>
              <a:t>Humans stay in charge — TradePulse prepares the file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4268" y="1453896"/>
            <a:ext cx="3777386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000000"/>
                </a:solidFill>
                <a:latin typeface="Arial"/>
              </a:rPr>
              <a:t>3. Validation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Buyer locked: GIFT IBU / bank trade desk Ops head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Banks review paperwork — not the physical cargo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Proof: live AWS demo (Mumbai), demo data labelled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3996" y="2688336"/>
            <a:ext cx="113720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800" b="1" i="0">
                <a:solidFill>
                  <a:srgbClr val="0B1F33"/>
                </a:solidFill>
                <a:latin typeface="Arial"/>
              </a:rPr>
              <a:t>Live
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14357" y="2688336"/>
            <a:ext cx="113720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800" b="1" i="0">
                <a:solidFill>
                  <a:srgbClr val="0B1F33"/>
                </a:solidFill>
                <a:latin typeface="Arial"/>
              </a:rPr>
              <a:t>Sample
cases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24718" y="2688336"/>
            <a:ext cx="113720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800" b="1" i="0">
                <a:solidFill>
                  <a:srgbClr val="0B1F33"/>
                </a:solidFill>
                <a:latin typeface="Arial"/>
              </a:rPr>
              <a:t>Handoff
pack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986784"/>
            <a:ext cx="5720943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00000"/>
                </a:solidFill>
                <a:latin typeface="Arial"/>
              </a:rPr>
              <a:t>4. Regulatory Requirements (Domestic/IFSC)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Focus: IFSCA / GIFT City trade desks; bank trade ops under RBI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Company ID: use official records when available — look-alike names are not proof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We never claim: AI approved / cleared / sanctioned a trade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Missing papers stay visible — officers stay in the loop on every material gap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50711" y="3986784"/>
            <a:ext cx="5720943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00000"/>
                </a:solidFill>
                <a:latin typeface="Arial"/>
              </a:rPr>
              <a:t>5. Team-Market Fit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Abhishek — platform  ·  Ansh — product desk  ·  Atharva — UI  ·  Shivansh — QA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Clear owners for every part — we stop when rules conflict, we don’t invent mid-demo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Built for the Ops buyer, not a generic “AI chatbot for PDFs” demo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Biggest win: live cloud review desk officers can open and click today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5468112"/>
            <a:ext cx="1155161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000000"/>
                </a:solidFill>
                <a:latin typeface="Arial"/>
              </a:rPr>
              <a:t>Why GIFT IFIH?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Mentors + GIFT trade-desk intros → path from this prototype to a supervised bank pilot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510528"/>
            <a:ext cx="11551615" cy="292608"/>
          </a:xfrm>
          <a:prstGeom prst="rect">
            <a:avLst/>
          </a:prstGeom>
          <a:noFill/>
        </p:spPr>
        <p:txBody>
          <a:bodyPr wrap="square" lIns="73152" rIns="73152" anchor="t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i="1">
                <a:solidFill>
                  <a:srgbClr val="C45C26"/>
                </a:solidFill>
                <a:latin typeface="Arial"/>
              </a:rPr>
              <a:t>This is a guide for the content of your slide. Structure, formatting, and design are left to your discretion. Use evidence &amp; metrics wherever possible. Avoid paragraphs.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