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51615" cy="347472"/>
          </a:xfrm>
          <a:prstGeom prst="rect">
            <a:avLst/>
          </a:prstGeom>
          <a:noFill/>
        </p:spPr>
        <p:txBody>
          <a:bodyPr wrap="square" lIns="73152" rIns="73152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Young Builders Program Hackathon | Pitch Template (One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5161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Pitch Snapshot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Team: TradePulse  |  Track 1 — Agentic AI  |  Focus: Faster, safer trade-document review for bank / GIFT officers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Stage: □ Idea   ■ Prototype   □ MVP   □ Pilot     • Commitment: □ Full-time   ■ Part-time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5389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1.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Who: Trade officers at banks &amp; GIFT City IBUs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Buyer: Head of Trade Finance Ops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Today: Hand-checking invoice + shipping PDFs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Trap: Look-alike names treated as “confirmed”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Pain: Hours per file · weak audit trail · rising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7154" y="145389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2. Solution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TradePulse = review desk (not auto-approve)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Missing data never becomes a fake “all clear”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6882" y="2414016"/>
            <a:ext cx="738606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Docs 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55488" y="2606040"/>
            <a:ext cx="201168" cy="146304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56656" y="2414016"/>
            <a:ext cx="738606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Double-
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5263" y="2606040"/>
            <a:ext cx="201168" cy="146304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6431" y="2414016"/>
            <a:ext cx="738606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Flag
gaps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35038" y="2606040"/>
            <a:ext cx="201168" cy="146304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6206" y="2414016"/>
            <a:ext cx="738606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Officer
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6882" y="2999232"/>
            <a:ext cx="3557930" cy="320040"/>
          </a:xfrm>
          <a:prstGeom prst="rect">
            <a:avLst/>
          </a:prstGeom>
          <a:noFill/>
        </p:spPr>
        <p:txBody>
          <a:bodyPr wrap="square" lIns="73152" rIns="73152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C45C26"/>
                </a:solidFill>
                <a:latin typeface="Arial"/>
              </a:rPr>
              <a:t>Humans stay in charge — TradePulse prepares the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4268" y="1453896"/>
            <a:ext cx="377738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3.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Buyer locked: GIFT IBU / bank trade desk Ops head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Banks review paperwork — not the physical cargo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Proof: live AWS demo (Mumbai), demo data labelled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3996" y="2688336"/>
            <a:ext cx="1137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Live
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4357" y="2688336"/>
            <a:ext cx="1137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Sample
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24718" y="2688336"/>
            <a:ext cx="1137208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Handoff
pack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95344"/>
            <a:ext cx="5720943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4. Regulatory Requirements (Domestic/IFSC)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Focus: IFSCA / GIFT City trade desks; bank trade ops under RBI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Company ID: use official records when available — look-alike names are not proof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We never claim: AI approved / cleared / sanctioned a trade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Missing papers stay visible — officers stay in the loop on every material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0711" y="3895344"/>
            <a:ext cx="5720943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5. Team-Market Fit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Abhishek — platform  ·  Ansh — product desk  ·  Atharva — UI  ·  Shivansh — QA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Clear owners for every part — we stop when rules conflict, we don’t invent mid-demo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Built for the Ops buyer, not a generic “AI chatbot for PDFs” 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• Biggest win: live cloud review desk officers can open and click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76672"/>
            <a:ext cx="1155161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Why GIFT IFIH?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" y="5724144"/>
            <a:ext cx="2613583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Mentors &amp;
regulators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98215" y="5852160"/>
            <a:ext cx="256032" cy="128016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54247" y="5724144"/>
            <a:ext cx="2613583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GIFT trade
desk intros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67831" y="5852160"/>
            <a:ext cx="256032" cy="128016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23863" y="5724144"/>
            <a:ext cx="2613583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Sandbox /
pilot path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7447" y="5852160"/>
            <a:ext cx="256032" cy="128016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3479" y="5724144"/>
            <a:ext cx="2613583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1" i="0">
                <a:solidFill>
                  <a:srgbClr val="0B1F33"/>
                </a:solidFill>
                <a:latin typeface="Arial"/>
              </a:rPr>
              <a:t>Bank Ops
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6144768"/>
            <a:ext cx="11222431" cy="256032"/>
          </a:xfrm>
          <a:prstGeom prst="rect">
            <a:avLst/>
          </a:prstGeom>
          <a:noFill/>
        </p:spPr>
        <p:txBody>
          <a:bodyPr wrap="square" lIns="73152" rIns="73152" anchor="t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C45C26"/>
                </a:solidFill>
                <a:latin typeface="Arial"/>
              </a:rPr>
              <a:t>Young Builders → residency + IFSCA exposure → convert tonight’s prototype into a supervised bank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11551615" cy="292608"/>
          </a:xfrm>
          <a:prstGeom prst="rect">
            <a:avLst/>
          </a:prstGeom>
          <a:noFill/>
        </p:spPr>
        <p:txBody>
          <a:bodyPr wrap="square" lIns="73152" rIns="73152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C45C26"/>
                </a:solidFill>
                <a:latin typeface="Arial"/>
              </a:rPr>
              <a:t>This is a guide for the content of your slide. Structure, formatting, and design are left to your discretion. Use evidence &amp; metrics wherever possible. Avoid paragraphs.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