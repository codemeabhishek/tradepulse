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51615" cy="347472"/>
          </a:xfrm>
          <a:prstGeom prst="rect">
            <a:avLst/>
          </a:prstGeom>
          <a:noFill/>
        </p:spPr>
        <p:txBody>
          <a:bodyPr wrap="square" lIns="73152" tIns="54864" rIns="73152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Young Builders Program Hackathon | Pitch Template (One Slide)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5161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Pitch Snapshot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Team Name: TradePulse  |  Track(s): Track 1 — Agentic AI  |  Focus: Cross-border Trade Finance / Documentary Compliance (BFSI)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Stage: □ Idea   ■ Prototype   □ MVP   □ Pilot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Team Commitment: □ Full-time   ■ Part-time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545336"/>
            <a:ext cx="377738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1. Problem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Who: Trade Finance Ops examiners / makers at banks &amp; GIFT City IBUs (buyer: Head of Trade Finance Ops)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Today: Manual UCP-style PDF review, fuzzy name hits treated as certainty, exception queues + weak audit packs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Pain (quant + qual): Hours per documentary pack; false certainty on identity/sanctions; DATA gaps silently “passed”; audit defensibility risk — scale rises with IFSC / cross-border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7154" y="1545336"/>
            <a:ext cx="377738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 dirty="0">
                <a:solidFill>
                  <a:srgbClr val="000000"/>
                </a:solidFill>
                <a:latin typeface="Arial"/>
              </a:rPr>
              <a:t>2. Solution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000000"/>
                </a:solidFill>
                <a:latin typeface="Arial"/>
              </a:rPr>
              <a:t>• Building: </a:t>
            </a:r>
            <a:r>
              <a:rPr sz="850" b="0" i="0" dirty="0" err="1">
                <a:solidFill>
                  <a:srgbClr val="000000"/>
                </a:solidFill>
                <a:latin typeface="Arial"/>
              </a:rPr>
              <a:t>TradePulse</a:t>
            </a:r>
            <a:r>
              <a:rPr sz="850" b="0" i="0" dirty="0">
                <a:solidFill>
                  <a:srgbClr val="000000"/>
                </a:solidFill>
                <a:latin typeface="Arial"/>
              </a:rPr>
              <a:t> — documentary trade-compliance decision support (not autopilot approval)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000000"/>
                </a:solidFill>
                <a:latin typeface="Arial"/>
              </a:rPr>
              <a:t>• Value: Agentic extract</a:t>
            </a:r>
            <a:r>
              <a:rPr lang="en-IN" sz="850" b="0" i="0" dirty="0">
                <a:solidFill>
                  <a:srgbClr val="000000"/>
                </a:solidFill>
                <a:latin typeface="Arial"/>
              </a:rPr>
              <a:t>-&gt;</a:t>
            </a:r>
            <a:r>
              <a:rPr sz="850" b="0" i="0" dirty="0">
                <a:solidFill>
                  <a:srgbClr val="000000"/>
                </a:solidFill>
                <a:latin typeface="Arial"/>
              </a:rPr>
              <a:t>validate</a:t>
            </a:r>
            <a:r>
              <a:rPr lang="en-IN" sz="850" b="0" i="0" dirty="0">
                <a:solidFill>
                  <a:srgbClr val="000000"/>
                </a:solidFill>
                <a:latin typeface="Arial"/>
              </a:rPr>
              <a:t>-&gt;</a:t>
            </a:r>
            <a:r>
              <a:rPr sz="850" b="0" i="0" dirty="0">
                <a:solidFill>
                  <a:srgbClr val="000000"/>
                </a:solidFill>
                <a:latin typeface="Arial"/>
              </a:rPr>
              <a:t>challenge</a:t>
            </a:r>
            <a:r>
              <a:rPr lang="en-IN" sz="850" b="0" i="0" dirty="0">
                <a:solidFill>
                  <a:srgbClr val="000000"/>
                </a:solidFill>
                <a:latin typeface="Arial"/>
              </a:rPr>
              <a:t>-&gt;</a:t>
            </a:r>
            <a:r>
              <a:rPr sz="850" b="0" i="0" dirty="0">
                <a:solidFill>
                  <a:srgbClr val="000000"/>
                </a:solidFill>
                <a:latin typeface="Arial"/>
              </a:rPr>
              <a:t>arbitrate (≤3 rounds) + identity ladder (LEI ≠ verified; </a:t>
            </a:r>
            <a:r>
              <a:rPr sz="850" b="0" i="0" dirty="0" err="1">
                <a:solidFill>
                  <a:srgbClr val="000000"/>
                </a:solidFill>
                <a:latin typeface="Arial"/>
              </a:rPr>
              <a:t>vLEI</a:t>
            </a:r>
            <a:r>
              <a:rPr sz="850" b="0" i="0" dirty="0">
                <a:solidFill>
                  <a:srgbClr val="000000"/>
                </a:solidFill>
                <a:latin typeface="Arial"/>
              </a:rPr>
              <a:t> separate) + examiner case pack + maker–checker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000000"/>
                </a:solidFill>
                <a:latin typeface="Arial"/>
              </a:rPr>
              <a:t>• Different / why now: Epistemic honesty (never false-PASS); agentic AI cost curves; LEI/</a:t>
            </a:r>
            <a:r>
              <a:rPr sz="850" b="0" i="0" dirty="0" err="1">
                <a:solidFill>
                  <a:srgbClr val="000000"/>
                </a:solidFill>
                <a:latin typeface="Arial"/>
              </a:rPr>
              <a:t>vLEI</a:t>
            </a:r>
            <a:r>
              <a:rPr sz="850" b="0" i="0" dirty="0">
                <a:solidFill>
                  <a:srgbClr val="000000"/>
                </a:solidFill>
                <a:latin typeface="Arial"/>
              </a:rPr>
              <a:t> maturity; GIFT trade-finance scrutiny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000000"/>
                </a:solidFill>
                <a:latin typeface="Arial"/>
              </a:rPr>
              <a:t>• Innovation / IP: Typed failure states + bounded swarm + provenance/audit contracts (policy-versioned)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4268" y="1545336"/>
            <a:ext cx="377738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3. Validation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Customer interviews: Persona locked to Head of Trade Finance Ops (GIFT IBU / bank trade desk) via PRD buyer research — formal interview log expanding post-hackathon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Research findings: Banks examine documents (not cargo GPS); fuzzy match ≠ identity; live AWS demo (ECS+ALB, Bedrock/Textract) proves working prototype path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Evidence: Working live prototype; identity ladder + examiner pack shipped; synthetic fixtures labeled (not sold as live regulatory truth)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986784"/>
            <a:ext cx="572094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4. Regulatory Requirements (Domestic/IFSC)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Regulators: IFSCA (IFSC/GIFT); RBI (banking/trade finance ops); SEBI N/A primary; IRDAI N/A; GLEIF (LEI) / vLEI trust frameworks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Risks: Model-risk if product claims “AI approved/cleared/sanctioned”; sanctions false-certainty; unlabeled synthetic as live — mitigated by decision-support-only + HITL + typed DATA_UNAVAILABLE ≠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0711" y="3986784"/>
            <a:ext cx="572094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5. Team-Market Fit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Experience: Backend/platform &amp; AWS (Abhishek); workbench product (Ansh); UI/UX (Atharva); QA/release gate (Shivansh)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Why us: Contract-locked ownership; refuse invented compliance claims; ship examiner trust core not chat-OCR demos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Biggest achievement: Live AWS prototype — agentic pipeline + identity ladder + examiner pack on ECS Fargate (ap-south-1)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513832"/>
            <a:ext cx="1155161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Why GIFT IFIH?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Join Young Builders Residency for: GIFT/IFSC pilot pathways, mentor access (trade ops + compliance), IFSCA-oriented regulatory guidance, and bank/IBU partnership intros — to convert tonight’s prototype into a supervised pilot for a Head of Trade Finance Ops at a GIFT City IBU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11551615" cy="292608"/>
          </a:xfrm>
          <a:prstGeom prst="rect">
            <a:avLst/>
          </a:prstGeom>
          <a:noFill/>
        </p:spPr>
        <p:txBody>
          <a:bodyPr wrap="square" lIns="73152" tIns="54864" rIns="73152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C45C26"/>
                </a:solidFill>
                <a:latin typeface="Arial"/>
              </a:rPr>
              <a:t>This is a guide for the content of your slide. Structure, formatting, and design are left to your discretion. Use evidence &amp; metrics wherever possible. Avoid paragraphs.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576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Gupta</cp:lastModifiedBy>
  <cp:revision>2</cp:revision>
  <dcterms:created xsi:type="dcterms:W3CDTF">2013-01-27T09:14:16Z</dcterms:created>
  <dcterms:modified xsi:type="dcterms:W3CDTF">2026-08-22T02:38:02Z</dcterms:modified>
  <cp:category/>
</cp:coreProperties>
</file>